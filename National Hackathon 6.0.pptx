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08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26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2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9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8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4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21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0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0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0367-3A28-CADD-FFC3-88C314682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Team Name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B1192-6293-AB94-D3B8-D3C5A9CC3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University / College Name </a:t>
            </a:r>
          </a:p>
          <a:p>
            <a:r>
              <a:rPr lang="en-US" dirty="0"/>
              <a:t>Table No.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54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189E-C268-0398-24FC-83BF9037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C9FA9-F72D-1D32-939A-BBA802A7D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2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D88B-679D-4FC8-6C9D-65868796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Sustainable Development Goals Alignment (SDG)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84A7-AA77-9838-5133-D56E25066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96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43FE-E830-F753-0291-5386B600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64ED-737E-A1B4-E92A-F962735A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Technology / Line of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9AED-F05C-9178-6F29-917CF0258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1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41B46-5C13-B6F7-AD55-D7F47F05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13F-7F38-B05E-2211-E4AA21C0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Innovation /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1815-6443-7A1C-C75E-65299DE64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9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A7A7-855F-AA3A-7009-F6D5DAA5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2DFE-E3B7-E172-0B1F-7CA94496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FE2B-3D42-028E-38A8-9C48088E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3407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10</TotalTime>
  <Words>29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Corbel</vt:lpstr>
      <vt:lpstr>Wingdings 2</vt:lpstr>
      <vt:lpstr>Frame</vt:lpstr>
      <vt:lpstr>Team Name </vt:lpstr>
      <vt:lpstr>Problem Statement </vt:lpstr>
      <vt:lpstr>Sustainable Development Goals Alignment (SDG)</vt:lpstr>
      <vt:lpstr>Technology / Line of Code</vt:lpstr>
      <vt:lpstr>Innovation / Novelty</vt:lpstr>
      <vt:lpstr>Future Scope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PC</dc:creator>
  <cp:lastModifiedBy>HP PC</cp:lastModifiedBy>
  <cp:revision>1</cp:revision>
  <dcterms:created xsi:type="dcterms:W3CDTF">2026-10-09T08:10:47Z</dcterms:created>
  <dcterms:modified xsi:type="dcterms:W3CDTF">2026-10-09T08:21:39Z</dcterms:modified>
</cp:coreProperties>
</file>