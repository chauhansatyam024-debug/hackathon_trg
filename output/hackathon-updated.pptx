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162ab06f654207" /><Relationship Type="http://schemas.openxmlformats.org/officeDocument/2006/relationships/extended-properties" Target="/docProps/app.xml" Id="R83241296256a4bf4" /><Relationship Type="http://schemas.openxmlformats.org/officeDocument/2006/relationships/officeDocument" Target="/ppt/presentation.xml" Id="R398cadbd1b4543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c51fe5c2cd482e"/>
  </p:sldMasterIdLst>
  <p:notesMasterIdLst>
    <p:notesMasterId xmlns:r="http://schemas.openxmlformats.org/officeDocument/2006/relationships" r:id="Rad2ef7a590084b72"/>
  </p:notesMasterIdLst>
  <p:sldIdLst>
    <p:sldId xmlns:r="http://schemas.openxmlformats.org/officeDocument/2006/relationships" id="256" r:id="Rb80849363dd04432"/>
    <p:sldId xmlns:r="http://schemas.openxmlformats.org/officeDocument/2006/relationships" id="257" r:id="R94dc0ac8eaa946eb"/>
    <p:sldId xmlns:r="http://schemas.openxmlformats.org/officeDocument/2006/relationships" id="258" r:id="R97bfdd2ea8b64442"/>
    <p:sldId xmlns:r="http://schemas.openxmlformats.org/officeDocument/2006/relationships" id="259" r:id="R936b49f12f1044f5"/>
    <p:sldId xmlns:r="http://schemas.openxmlformats.org/officeDocument/2006/relationships" id="260" r:id="Rbcf24d7454a745ca"/>
    <p:sldId xmlns:r="http://schemas.openxmlformats.org/officeDocument/2006/relationships" id="261" r:id="R4780e0be99cb496d"/>
    <p:sldId xmlns:r="http://schemas.openxmlformats.org/officeDocument/2006/relationships" id="262" r:id="R7aec0dd286834482"/>
    <p:sldId xmlns:r="http://schemas.openxmlformats.org/officeDocument/2006/relationships" id="263" r:id="R0962a8187e42444b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e2063338a04ded" /><Relationship Type="http://schemas.openxmlformats.org/officeDocument/2006/relationships/slideMaster" Target="/ppt/slideMasters/slideMaster1.xml" Id="R54c51fe5c2cd482e" /><Relationship Type="http://schemas.openxmlformats.org/officeDocument/2006/relationships/notesMaster" Target="/ppt/notesMasters/notesMaster1.xml" Id="Rad2ef7a590084b72" /><Relationship Type="http://schemas.openxmlformats.org/officeDocument/2006/relationships/presProps" Target="/ppt/presProps.xml" Id="R0708e6bed85b4dae" /><Relationship Type="http://schemas.openxmlformats.org/officeDocument/2006/relationships/viewProps" Target="/ppt/viewProps.xml" Id="Rbd809476cc054430" /><Relationship Type="http://schemas.openxmlformats.org/officeDocument/2006/relationships/tableStyles" Target="/ppt/tableStyles.xml" Id="R694e240507c04fa9" /><Relationship Type="http://schemas.openxmlformats.org/officeDocument/2006/relationships/slide" Target="/ppt/slides/slide1.xml" Id="Rb80849363dd04432" /><Relationship Type="http://schemas.openxmlformats.org/officeDocument/2006/relationships/slide" Target="/ppt/slides/slide2.xml" Id="R94dc0ac8eaa946eb" /><Relationship Type="http://schemas.openxmlformats.org/officeDocument/2006/relationships/slide" Target="/ppt/slides/slide3.xml" Id="R97bfdd2ea8b64442" /><Relationship Type="http://schemas.openxmlformats.org/officeDocument/2006/relationships/slide" Target="/ppt/slides/slide4.xml" Id="R936b49f12f1044f5" /><Relationship Type="http://schemas.openxmlformats.org/officeDocument/2006/relationships/slide" Target="/ppt/slides/slide5.xml" Id="Rbcf24d7454a745ca" /><Relationship Type="http://schemas.openxmlformats.org/officeDocument/2006/relationships/slide" Target="/ppt/slides/slide6.xml" Id="R4780e0be99cb496d" /><Relationship Type="http://schemas.openxmlformats.org/officeDocument/2006/relationships/slide" Target="/ppt/slides/slide7.xml" Id="R7aec0dd286834482" /><Relationship Type="http://schemas.openxmlformats.org/officeDocument/2006/relationships/slide" Target="/ppt/slides/slide8.xml" Id="R0962a8187e4244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a84a760eb24a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20000"/>
              </a:schemeClr>
            </a:gs>
            <a:gs pos="48000">
              <a:schemeClr val="phClr">
                <a:tint val="98000"/>
                <a:shade val="90000"/>
                <a:lumMod val="103000"/>
                <a:satMod val="110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a88217565f4500" /><Relationship Type="http://schemas.openxmlformats.org/officeDocument/2006/relationships/notesMaster" Target="/ppt/notesMasters/notesMaster1.xml" Id="Rfcdf60e509b047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8404f2197b4eef" /><Relationship Type="http://schemas.openxmlformats.org/officeDocument/2006/relationships/notesMaster" Target="/ppt/notesMasters/notesMaster1.xml" Id="R22c04788f88549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93df80368c4a2e" /><Relationship Type="http://schemas.openxmlformats.org/officeDocument/2006/relationships/notesMaster" Target="/ppt/notesMasters/notesMaster1.xml" Id="R40e13610f87c4b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ab1818fea0457b" /><Relationship Type="http://schemas.openxmlformats.org/officeDocument/2006/relationships/notesMaster" Target="/ppt/notesMasters/notesMaster1.xml" Id="R2640df9700a24f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75f56ae9444140" /><Relationship Type="http://schemas.openxmlformats.org/officeDocument/2006/relationships/notesMaster" Target="/ppt/notesMasters/notesMaster1.xml" Id="Rfec29e0349264e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ba4149db724a80" /><Relationship Type="http://schemas.openxmlformats.org/officeDocument/2006/relationships/notesMaster" Target="/ppt/notesMasters/notesMaster1.xml" Id="R8da2a0cc553b44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ccf24558ef4ca9" /><Relationship Type="http://schemas.openxmlformats.org/officeDocument/2006/relationships/notesMaster" Target="/ppt/notesMasters/notesMaster1.xml" Id="R5cb2597ce2a24d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0045f41e1d453c" /><Relationship Type="http://schemas.openxmlformats.org/officeDocument/2006/relationships/notesMaster" Target="/ppt/notesMasters/notesMaster1.xml" Id="R82c4eb3265aa48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87b38046a14c4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db64433bd84e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57b032761546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0bd19796848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ffbd636af41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ea913386c49e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f9087efd4416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55d64b91a4c8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633e49a474a7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d334989b2480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47458f3b14215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E5FC109-1D3E-4F5A-B491-4022369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1999"/>
            <a:ext cx="9141619" cy="53340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1C303F1-67E4-4826-A993-8AB66894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263" y="761999"/>
            <a:ext cx="2925318" cy="53340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621318-CF14-404F-9474-1135CBDB8D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069848" y="1298448"/>
            <a:ext cx="7315200" cy="3255264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5900" spc="-100" baseline="0">
                <a:solidFill>
                  <a:srgbClr val="FFFFFF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99994ED-69FD-4A26-AD1F-2DEC6E3CB4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00015" y="4670246"/>
            <a:ext cx="7315200" cy="9144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C6F0A5-A8D2-41F9-8096-B535B66381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E61443-5DE5-4C46-BF38-7A51115417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3CA873-B198-4B1C-A434-408FBC30FD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D086DD-2A2A-45F1-AE59-0BA5469EF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01E10B-2DB4-43A7-B0C5-8F90F6D926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B2547D-7F5D-4818-9E85-572A603AC4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CB608E-436A-407C-987E-9951C2AF4D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35CCFF-9937-46A7-BD59-F55125B1E7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64975C-433F-4D76-A966-E74A0A808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67912" y="1298448"/>
            <a:ext cx="7315200" cy="3255264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229EF9-E6E9-46FA-9BED-08B535E50D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6200" y="4672584"/>
            <a:ext cx="7315200" cy="91440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3DE2B7C-1534-4AB7-B891-6CBDCB4B28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192C1C-2228-493B-BFCC-D4F151F91F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782EFE-BE50-4475-B3F6-484BE07E94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BAD72E-DDE7-4A20-997F-B90EE6DEEE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129EF2C-18B8-4E8A-B5E9-70935C00FA5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67912" y="868680"/>
            <a:ext cx="3474720" cy="512064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B1CEE4-C77C-410F-8413-E9E9A8200D5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7818120" y="868680"/>
            <a:ext cx="3474720" cy="512064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810B6EA7-6305-4CE7-ACC1-D3F2DFD9ED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1F742679-EBBF-40D9-83F8-8E0542086F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C3FA8C66-255D-4B12-9EE6-4B4372FDFF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EB79E229-3360-4925-84DB-906D798CEE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4E63C4-3970-4C85-A2A6-DCD1F37A0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67912" y="1023586"/>
            <a:ext cx="3474720" cy="80772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55AC9BE-EA09-4BA3-8C18-944D4981817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867912" y="1930936"/>
            <a:ext cx="3474720" cy="40233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2B90699-651D-4316-BBB3-243CB9A5328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818463" y="1023586"/>
            <a:ext cx="3474720" cy="81317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C77F142-B9EB-4E1D-9B7D-E759056AEB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7818463" y="1930936"/>
            <a:ext cx="3474720" cy="40233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0739478-8EBF-4916-B129-EC127014B2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0D216474-A248-4FD2-88EA-CEB7A2911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lide Number Placeholder 11">
            <a:extLst xmlns:a="http://schemas.openxmlformats.org/drawingml/2006/main">
              <a:ext uri="{FF2B5EF4-FFF2-40B4-BE49-F238E27FC236}">
                <a16:creationId xmlns:a16="http://schemas.microsoft.com/office/drawing/2014/main" id="{754A3A9A-E000-4A9E-9C88-E9D9808E68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5E359F57-5CD6-4CBC-A987-859FFCA69B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AF11AEB-4EF3-4D23-9342-75FF230F88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F3FBCB9-D989-439B-82E0-24E6F23373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7DEA26D4-323B-43AC-9C6C-6CAA0A0940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AA9D550-C7BE-4528-B5EB-0A154F340D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6116A7-F66D-4790-B25F-20A7CCDB46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E4509D7-9F08-43D3-BD82-A0BA31A9F3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582F1A-5852-4EE8-BD58-BE07552EB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6032" y="1143000"/>
            <a:ext cx="2834640" cy="237744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200" b="0" baseline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24CFC8-4FF6-4834-B59C-5494A811E2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67912" y="868680"/>
            <a:ext cx="7315200" cy="512064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  <a:lvl6pPr>
              <a:buNone/>
              <a:defRPr sz="1400"/>
            </a:lvl6pPr>
            <a:lvl7pPr>
              <a:buNone/>
              <a:defRPr sz="1400"/>
            </a:lvl7pPr>
            <a:lvl8pPr>
              <a:buNone/>
              <a:defRPr sz="1400"/>
            </a:lvl8pPr>
            <a:lvl9pPr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E5B1D9-4BF4-4D92-951D-220637E917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6032" y="3494176"/>
            <a:ext cx="2834640" cy="2321990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EAF66315-5FF4-4240-8233-242260D005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4075B7BE-D5A1-4A75-AEBC-AAD8E795F4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C00536F1-BD3F-44E4-8C62-605D77F613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96BF0C-710B-4F06-B3D2-4A3719CC36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6032" y="1143000"/>
            <a:ext cx="2834640" cy="237744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32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18E837D-B9EF-4468-9C9A-1146C8177DD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570644" y="767419"/>
            <a:ext cx="8115230" cy="53309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75000"/>
            </a:schemeClr>
          </a:solidFill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A5AF8C2-2965-4C6D-A62F-AAF07D67956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56032" y="3493008"/>
            <a:ext cx="2834640" cy="232257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" name="Date Placeholder 7">
            <a:extLst xmlns:a="http://schemas.openxmlformats.org/drawingml/2006/main">
              <a:ext uri="{FF2B5EF4-FFF2-40B4-BE49-F238E27FC236}">
                <a16:creationId xmlns:a16="http://schemas.microsoft.com/office/drawing/2014/main" id="{22CDD124-338F-4C32-80D1-C2E8D75542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9" name="Footer Placeholder 8">
            <a:extLst xmlns:a="http://schemas.openxmlformats.org/drawingml/2006/main">
              <a:ext uri="{FF2B5EF4-FFF2-40B4-BE49-F238E27FC236}">
                <a16:creationId xmlns:a16="http://schemas.microsoft.com/office/drawing/2014/main" id="{407F5A39-8B88-4D07-896B-BA4815E3A7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499101" y="6356350"/>
            <a:ext cx="5911517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lide Number Placeholder 9">
            <a:extLst xmlns:a="http://schemas.openxmlformats.org/drawingml/2006/main">
              <a:ext uri="{FF2B5EF4-FFF2-40B4-BE49-F238E27FC236}">
                <a16:creationId xmlns:a16="http://schemas.microsoft.com/office/drawing/2014/main" id="{6EEB99F7-A37B-45AA-9453-DF35C0341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A39AF9-BE43-45DD-9F28-BE54AEC748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0AA1CA8-9BD0-461E-AC60-AE8DB7DD01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E328313-C632-48C7-9197-111B676C9F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DB38461-20EE-40B8-A451-218FD6493A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E00AA38-7FBA-4C44-B816-5B1853599E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8ADA75A-B066-47A4-8175-601E2A189B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1000" y="990600"/>
            <a:ext cx="2819400" cy="495300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885828C-65FB-4D90-BD34-108061A69A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67912" y="868680"/>
            <a:ext cx="7315200" cy="5120640"/>
          </a:xfrm>
        </p:spPr>
        <p:txBody>
          <a:bodyPr xmlns:a="http://schemas.openxmlformats.org/drawingml/2006/main" vert="eaVert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1C5F3A3-27FD-4016-A134-B2A3BA15BD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84828A1-FADA-453D-9920-F5556237ED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95E59B9-3A7C-47CD-98E8-83EF03FDF1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f368d1f9774deb" /><Relationship Type="http://schemas.openxmlformats.org/officeDocument/2006/relationships/slideLayout" Target="/ppt/slideLayouts/slideLayout1.xml" Id="R1d42d9380ade4e9b" /><Relationship Type="http://schemas.openxmlformats.org/officeDocument/2006/relationships/slideLayout" Target="/ppt/slideLayouts/slideLayout2.xml" Id="R48a168145e144de3" /><Relationship Type="http://schemas.openxmlformats.org/officeDocument/2006/relationships/slideLayout" Target="/ppt/slideLayouts/slideLayout3.xml" Id="Rb1f244235cd044e2" /><Relationship Type="http://schemas.openxmlformats.org/officeDocument/2006/relationships/slideLayout" Target="/ppt/slideLayouts/slideLayout4.xml" Id="R04165ff193894832" /><Relationship Type="http://schemas.openxmlformats.org/officeDocument/2006/relationships/slideLayout" Target="/ppt/slideLayouts/slideLayout5.xml" Id="Re072568030de4e91" /><Relationship Type="http://schemas.openxmlformats.org/officeDocument/2006/relationships/slideLayout" Target="/ppt/slideLayouts/slideLayout6.xml" Id="R2cb08a5a27614d6d" /><Relationship Type="http://schemas.openxmlformats.org/officeDocument/2006/relationships/slideLayout" Target="/ppt/slideLayouts/slideLayout7.xml" Id="R77076a02f4644f4a" /><Relationship Type="http://schemas.openxmlformats.org/officeDocument/2006/relationships/slideLayout" Target="/ppt/slideLayouts/slideLayout8.xml" Id="Rec0f171d1dd54261" /><Relationship Type="http://schemas.openxmlformats.org/officeDocument/2006/relationships/slideLayout" Target="/ppt/slideLayouts/slideLayout9.xml" Id="R648bcfd63d0c4648" /><Relationship Type="http://schemas.openxmlformats.org/officeDocument/2006/relationships/slideLayout" Target="/ppt/slideLayouts/slideLayout10.xml" Id="R4bd16244ebb34e44" /><Relationship Type="http://schemas.openxmlformats.org/officeDocument/2006/relationships/slideLayout" Target="/ppt/slideLayouts/slideLayout11.xml" Id="Ra088d8c3b33b418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AADA072-6B9E-4112-8514-26D279AE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58952"/>
            <a:ext cx="3443590" cy="53309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9C10A16-14CA-41C3-B7A4-E58CABDE4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2919" y="1123837"/>
            <a:ext cx="2947482" cy="46011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274EE02-C251-4643-9139-D98E792A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5864" y="758952"/>
            <a:ext cx="384048" cy="5330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69D59E-9484-4C0F-BF48-CA2A761107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69268" y="864108"/>
            <a:ext cx="7315200" cy="5120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BACD12-B17C-4094-A135-4CB47E9717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262465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fld id="{9DAD71B1-3AEF-4BFF-9DE3-6D92C392060D}" type="datetimeFigureOut">
              <a:t>09-10-2026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D9421D-7944-432F-85D7-820914AE380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869268" y="6356350"/>
            <a:ext cx="591151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E999D3-7A3A-49C9-A8C3-29100B5EC4A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634135" y="6356350"/>
            <a:ext cx="1530927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18C2B35C-8BCA-444C-8F92-E97C4DB096C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42d9380ade4e9b"/>
    <p:sldLayoutId xmlns:r="http://schemas.openxmlformats.org/officeDocument/2006/relationships" id="2147483650" r:id="R48a168145e144de3"/>
    <p:sldLayoutId xmlns:r="http://schemas.openxmlformats.org/officeDocument/2006/relationships" id="2147483651" r:id="Rb1f244235cd044e2"/>
    <p:sldLayoutId xmlns:r="http://schemas.openxmlformats.org/officeDocument/2006/relationships" id="2147483652" r:id="R04165ff193894832"/>
    <p:sldLayoutId xmlns:r="http://schemas.openxmlformats.org/officeDocument/2006/relationships" id="2147483653" r:id="Re072568030de4e91"/>
    <p:sldLayoutId xmlns:r="http://schemas.openxmlformats.org/officeDocument/2006/relationships" id="2147483654" r:id="R2cb08a5a27614d6d"/>
    <p:sldLayoutId xmlns:r="http://schemas.openxmlformats.org/officeDocument/2006/relationships" id="2147483655" r:id="R77076a02f4644f4a"/>
    <p:sldLayoutId xmlns:r="http://schemas.openxmlformats.org/officeDocument/2006/relationships" id="2147483656" r:id="Rec0f171d1dd54261"/>
    <p:sldLayoutId xmlns:r="http://schemas.openxmlformats.org/officeDocument/2006/relationships" id="2147483657" r:id="R648bcfd63d0c4648"/>
    <p:sldLayoutId xmlns:r="http://schemas.openxmlformats.org/officeDocument/2006/relationships" id="2147483658" r:id="R4bd16244ebb34e44"/>
    <p:sldLayoutId xmlns:r="http://schemas.openxmlformats.org/officeDocument/2006/relationships" id="2147483659" r:id="Ra088d8c3b33b418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82880" indent="-182880" algn="l" defTabSz="914400">
        <a:lnSpc>
          <a:spcPct val="90000"/>
        </a:lnSpc>
        <a:spcBef>
          <a:spcPts val="1200"/>
        </a:spcBef>
        <a:buClr>
          <a:schemeClr val="accent1"/>
        </a:buClr>
        <a:buFont typeface="Wingdings 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18288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20000"/>
              </a:schemeClr>
            </a:gs>
            <a:gs pos="48000">
              <a:schemeClr val="phClr">
                <a:tint val="98000"/>
                <a:shade val="90000"/>
                <a:lumMod val="103000"/>
                <a:satMod val="110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8d85a2fd34dfa" /><Relationship Type="http://schemas.openxmlformats.org/officeDocument/2006/relationships/notesSlide" Target="/ppt/notesSlides/notesSlide1.xml" Id="Rce0d5008be4947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3a9fb420e145b2" /><Relationship Type="http://schemas.openxmlformats.org/officeDocument/2006/relationships/notesSlide" Target="/ppt/notesSlides/notesSlide2.xml" Id="R6dbbe6dd75d741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cd235acb8d4723" /><Relationship Type="http://schemas.openxmlformats.org/officeDocument/2006/relationships/notesSlide" Target="/ppt/notesSlides/notesSlide3.xml" Id="R722410e231dd4e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7f14b1b49446b3" /><Relationship Type="http://schemas.openxmlformats.org/officeDocument/2006/relationships/notesSlide" Target="/ppt/notesSlides/notesSlide4.xml" Id="R17379d3d541946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767e49acbe4894" /><Relationship Type="http://schemas.openxmlformats.org/officeDocument/2006/relationships/notesSlide" Target="/ppt/notesSlides/notesSlide5.xml" Id="Ra9e4a941d4c549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a547dff60a40be" /><Relationship Type="http://schemas.openxmlformats.org/officeDocument/2006/relationships/notesSlide" Target="/ppt/notesSlides/notesSlide6.xml" Id="R99b35a5588344c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c54edbc35d48b8" /><Relationship Type="http://schemas.openxmlformats.org/officeDocument/2006/relationships/notesSlide" Target="/ppt/notesSlides/notesSlide7.xml" Id="Rde3299d27f504f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5c4781698546f9" /><Relationship Type="http://schemas.openxmlformats.org/officeDocument/2006/relationships/notesSlide" Target="/ppt/notesSlides/notesSlide8.xml" Id="Recbc6a61be3947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880367-3A28-CADD-FFC3-88C314682E8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orbel"/>
                <a:ea typeface="Corbel"/>
                <a:cs typeface="Corbel"/>
              </a:defRPr>
            </a:pPr>
            <a:r>
              <a:rPr sz="4350" b="1">
                <a:solidFill>
                  <a:srgbClr val="FFFFFF"/>
                </a:solidFill>
                <a:latin typeface="Corbel"/>
                <a:ea typeface="Corbel"/>
                <a:cs typeface="Corbel"/>
              </a:rPr>
              <a:t>Screenshot Graveyard Solver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A7B1192-6293-AB94-D3B8-D3C5A9CC34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>
            <a:normAutofit fontScale="52288"/>
          </a:bodyPr>
          <a:lstStyle xmlns:a="http://schemas.openxmlformats.org/drawingml/2006/main">
            <a:defPPr>
              <a:defRPr sz="127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>
              <a:defRPr sz="127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pPr>
            <a:r>
              <a:rPr sz="1275">
                <a:solidFill>
                  <a:srgbClr val="D9F1F6"/>
                </a:solidFill>
                <a:latin typeface="Corbel"/>
                <a:ea typeface="Corbel"/>
                <a:cs typeface="Corbel"/>
              </a:rPr>
              <a:t>Turning Digital Clutter into Actionable Productivity</a:t>
            </a:r>
          </a:p>
          <a:p xmlns:a="http://schemas.openxmlformats.org/drawingml/2006/main">
            <a:pPr>
              <a:defRPr sz="127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pPr>
            <a:r>
              <a:rPr sz="1275">
                <a:solidFill>
                  <a:srgbClr val="D9F1F6"/>
                </a:solidFill>
                <a:latin typeface="Corbel"/>
                <a:ea typeface="Corbel"/>
                <a:cs typeface="Corbel"/>
              </a:rPr>
              <a:t>An AI-Powered Cross-Platform Task Extraction Ecosystem</a:t>
            </a:r>
            <a:endParaRPr/>
          </a:p>
          <a:p xmlns:a="http://schemas.openxmlformats.org/drawingml/2006/main">
            <a:pPr>
              <a:defRPr sz="127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pPr>
            <a:r>
              <a:rPr sz="1275">
                <a:solidFill>
                  <a:srgbClr val="D9F1F6"/>
                </a:solidFill>
                <a:latin typeface="Corbel"/>
                <a:ea typeface="Corbel"/>
                <a:cs typeface="Corbel"/>
              </a:rPr>
              <a:t>Team TRG · COER University / College of Smart Computing</a:t>
            </a:r>
            <a:endParaRPr/>
          </a:p>
          <a:p xmlns:a="http://schemas.openxmlformats.org/drawingml/2006/main">
            <a:pPr>
              <a:defRPr sz="1275">
                <a:solidFill>
                  <a:srgbClr val="D9F1F6"/>
                </a:solidFill>
                <a:latin typeface="Corbel"/>
                <a:ea typeface="Corbel"/>
                <a:cs typeface="Corbel"/>
              </a:defRPr>
            </a:pPr>
            <a:r>
              <a:rPr sz="1275">
                <a:solidFill>
                  <a:srgbClr val="D9F1F6"/>
                </a:solidFill>
                <a:latin typeface="Corbel"/>
                <a:ea typeface="Corbel"/>
                <a:cs typeface="Corbel"/>
              </a:rPr>
              <a:t>Table CB09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65435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D4189E-C268-0398-24FC-83BF90378F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19C9FA9-F72D-1D32-939A-BBA802A7D9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People screenshot important tasks, bills, meetings and ideas to remember them.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Those screenshots get buried in phone galleries and build up into a screenshot graveyard.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The result is forgotten deadlines, lost information and lower personal productivity.</a:t>
            </a:r>
          </a:p>
        </p:txBody>
      </p:sp>
    </p:spTree>
    <p:extLst>
      <p:ext uri="{BB962C8B-B14F-4D97-AF65-F5344CB8AC3E}">
        <p14:creationId xmlns:p14="http://schemas.microsoft.com/office/powerpoint/2010/main" val="39900213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2FD88B-679D-4FC8-6C9D-658687965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Our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6D84A7-AA77-9838-5133-D56E250665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 seamless ecosystem watches screenshot folders automatically.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AI processes images and extracts actionable tasks as they arrive.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80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80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Tasks are organized in a secure, accessible dashboard across mobile, web and desktop.</a:t>
            </a:r>
          </a:p>
        </p:txBody>
      </p:sp>
    </p:spTree>
    <p:extLst>
      <p:ext uri="{BB962C8B-B14F-4D97-AF65-F5344CB8AC3E}">
        <p14:creationId xmlns:p14="http://schemas.microsoft.com/office/powerpoint/2010/main" val="39949627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5164ED-737E-A1B4-E92A-F962735A25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Key Features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639AED-F05C-9178-6F29-917CF0258C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AI-powered OCR uses Gemini 2.0 Vision to identify tasks, priorities and deadlines.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Cross-platform sync connects the PC desktop app, web dashboard and Android app.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Passwordless email OTP authentication avoids hardcoded passwords.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 side-by-side review pane lets users verify and edit extracted details beside the source image.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Automatic folder monitoring processes useful screenshots and ignores irrelevant ones.</a:t>
            </a:r>
          </a:p>
        </p:txBody>
      </p:sp>
    </p:spTree>
    <p:extLst>
      <p:ext uri="{BB962C8B-B14F-4D97-AF65-F5344CB8AC3E}">
        <p14:creationId xmlns:p14="http://schemas.microsoft.com/office/powerpoint/2010/main" val="2873811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CDC13F-7F38-B05E-2211-E4AA21C0FE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Technology Stack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AD51815-6443-7A1C-C75E-65299DE643C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13">
                <a:solidFill>
                  <a:srgbClr val="595959"/>
                </a:solidFill>
                <a:latin typeface="Corbel"/>
                <a:ea typeface="Corbel"/>
                <a:cs typeface="Corbel"/>
              </a:rPr>
              <a:t>Rust and Axum power the API gateway, routing and JWT authentication.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13">
                <a:solidFill>
                  <a:srgbClr val="595959"/>
                </a:solidFill>
                <a:latin typeface="Corbel"/>
                <a:ea typeface="Corbel"/>
                <a:cs typeface="Corbel"/>
              </a:rPr>
              <a:t>C++ with Crow and SQLite handles task storage and retrieval.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13">
                <a:solidFill>
                  <a:srgbClr val="595959"/>
                </a:solidFill>
                <a:latin typeface="Corbel"/>
                <a:ea typeface="Corbel"/>
                <a:cs typeface="Corbel"/>
              </a:rPr>
              <a:t>Python and FastAPI connect the AI service to Google Gemini Vision for OCR.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13">
                <a:solidFill>
                  <a:srgbClr val="595959"/>
                </a:solidFill>
                <a:latin typeface="Corbel"/>
                <a:ea typeface="Corbel"/>
                <a:cs typeface="Corbel"/>
              </a:rPr>
              <a:t>Clients include an Electron PC app, a vanilla HTML/CSS/JavaScript web app and Android.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613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613">
                <a:solidFill>
                  <a:srgbClr val="595959"/>
                </a:solidFill>
                <a:latin typeface="Corbel"/>
                <a:ea typeface="Corbel"/>
                <a:cs typeface="Corbel"/>
              </a:rPr>
              <a:t>Docker containers run on an AWS EC2 cloud instance.</a:t>
            </a:r>
          </a:p>
        </p:txBody>
      </p:sp>
    </p:spTree>
    <p:extLst>
      <p:ext uri="{BB962C8B-B14F-4D97-AF65-F5344CB8AC3E}">
        <p14:creationId xmlns:p14="http://schemas.microsoft.com/office/powerpoint/2010/main" val="3172957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BC2DFE-E3B7-E172-0B1F-7CA94496FE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SDG Alignment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9B8FE2B-3D42-028E-38A8-9C48088EF9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57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575">
                <a:solidFill>
                  <a:srgbClr val="595959"/>
                </a:solidFill>
                <a:latin typeface="Corbel"/>
                <a:ea typeface="Corbel"/>
                <a:cs typeface="Corbel"/>
              </a:rPr>
              <a:t>SDG 8, Decent Work and Economic Growth: Automating task extraction can improve individual and team productivity, reduce manual entry and leave more time for higher-value work.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57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575">
                <a:solidFill>
                  <a:srgbClr val="595959"/>
                </a:solidFill>
                <a:latin typeface="Corbel"/>
                <a:ea typeface="Corbel"/>
                <a:cs typeface="Corbel"/>
              </a:rPr>
              <a:t>SDG 12, Responsible Consumption and Production: Organizing and clearing unneeded screenshots can reduce stored digital clutter and its associated storage demand.</a:t>
            </a:r>
          </a:p>
        </p:txBody>
      </p:sp>
    </p:spTree>
    <p:extLst>
      <p:ext uri="{BB962C8B-B14F-4D97-AF65-F5344CB8AC3E}">
        <p14:creationId xmlns:p14="http://schemas.microsoft.com/office/powerpoint/2010/main" val="11891340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D086DD-2A2A-45F1-AE59-0BA5469EF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Market Potential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01E10B-2DB4-43A7-B0C5-8F90F6D926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72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725">
                <a:solidFill>
                  <a:srgbClr val="595959"/>
                </a:solidFill>
                <a:latin typeface="Corbel"/>
                <a:ea typeface="Corbel"/>
                <a:cs typeface="Corbel"/>
              </a:rPr>
              <a:t>Integrate with Google Calendar, Notion and Slack.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72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725">
                <a:solidFill>
                  <a:srgbClr val="595959"/>
                </a:solidFill>
                <a:latin typeface="Corbel"/>
                <a:ea typeface="Corbel"/>
                <a:cs typeface="Corbel"/>
              </a:rPr>
              <a:t>Automatically sort screenshots into personal, work and finance categories.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725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725">
                <a:solidFill>
                  <a:srgbClr val="595959"/>
                </a:solidFill>
                <a:latin typeface="Corbel"/>
                <a:ea typeface="Corbel"/>
                <a:cs typeface="Corbel"/>
              </a:rPr>
              <a:t>Expand to B2B teams that share visual information across offices.</a:t>
            </a:r>
          </a:p>
        </p:txBody>
      </p:sp>
    </p:spTree>
    <p:extLst>
      <p:ext uri="{BB962C8B-B14F-4D97-AF65-F5344CB8AC3E}">
        <p14:creationId xmlns:p14="http://schemas.microsoft.com/office/powerpoint/2010/main" val="16204215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D086DD-2A2A-45F1-AE59-0BA5469EF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You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01E10B-2DB4-43A7-B0C5-8F90F6D926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9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defPPr>
          </a:lstStyle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9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9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Ready to empty your graveyard?</a:t>
            </a:r>
          </a:p>
          <a:p xmlns:a="http://schemas.openxmlformats.org/drawingml/2006/main">
            <a:pPr marL="304800" indent="-152400">
              <a:spcAft>
                <a:spcPts val="1000"/>
              </a:spcAft>
              <a:buChar char="•"/>
              <a:defRPr sz="1950">
                <a:solidFill>
                  <a:srgbClr val="595959"/>
                </a:solidFill>
                <a:latin typeface="Corbel"/>
                <a:ea typeface="Corbel"/>
                <a:cs typeface="Corbel"/>
              </a:defRPr>
            </a:pPr>
            <a:r>
              <a:rPr sz="1950">
                <a:solidFill>
                  <a:srgbClr val="595959"/>
                </a:solidFill>
                <a:latin typeface="Corbel"/>
                <a:ea typeface="Corbel"/>
                <a:cs typeface="Corbel"/>
              </a:rPr>
              <a:t>Try the live AWS web dashboard or download the PC or Android app today.</a:t>
            </a:r>
          </a:p>
        </p:txBody>
      </p:sp>
    </p:spTree>
    <p:extLst>
      <p:ext uri="{BB962C8B-B14F-4D97-AF65-F5344CB8AC3E}">
        <p14:creationId xmlns:p14="http://schemas.microsoft.com/office/powerpoint/2010/main" val="2075153917"/>
      </p:ext>
    </p:extLst>
  </p:cSld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20000"/>
              </a:schemeClr>
            </a:gs>
            <a:gs pos="48000">
              <a:schemeClr val="phClr">
                <a:tint val="98000"/>
                <a:shade val="90000"/>
                <a:lumMod val="103000"/>
                <a:satMod val="110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2026-10-09T16:08:47.4950000Z</dcterms:created>
  <dcterms:modified xsi:type="dcterms:W3CDTF">2026-10-09T16:08:47.4950000Z</dcterms:modified>
</coreProperties>
</file>