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428a6a6a214274" /><Relationship Type="http://schemas.openxmlformats.org/officeDocument/2006/relationships/extended-properties" Target="/docProps/app.xml" Id="R790c2425681840af" /><Relationship Type="http://schemas.openxmlformats.org/officeDocument/2006/relationships/officeDocument" Target="/ppt/presentation.xml" Id="Ra27bb603636549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9ff94f90b04df7"/>
  </p:sldMasterIdLst>
  <p:notesMasterIdLst>
    <p:notesMasterId xmlns:r="http://schemas.openxmlformats.org/officeDocument/2006/relationships" r:id="R874887dcc5b34723"/>
  </p:notesMasterIdLst>
  <p:sldIdLst>
    <p:sldId xmlns:r="http://schemas.openxmlformats.org/officeDocument/2006/relationships" id="256" r:id="R8dcc0b07b3ab4ab1"/>
    <p:sldId xmlns:r="http://schemas.openxmlformats.org/officeDocument/2006/relationships" id="257" r:id="R1705f3f812b2493d"/>
    <p:sldId xmlns:r="http://schemas.openxmlformats.org/officeDocument/2006/relationships" id="258" r:id="R899b327408f84544"/>
    <p:sldId xmlns:r="http://schemas.openxmlformats.org/officeDocument/2006/relationships" id="259" r:id="R517f03a67c204738"/>
    <p:sldId xmlns:r="http://schemas.openxmlformats.org/officeDocument/2006/relationships" id="260" r:id="R6c36da7ad5824769"/>
    <p:sldId xmlns:r="http://schemas.openxmlformats.org/officeDocument/2006/relationships" id="261" r:id="Rdd7e418c17a34b9d"/>
    <p:sldId xmlns:r="http://schemas.openxmlformats.org/officeDocument/2006/relationships" id="262" r:id="R6c77432779844194"/>
    <p:sldId xmlns:r="http://schemas.openxmlformats.org/officeDocument/2006/relationships" id="263" r:id="R075ac4ab3a3345c5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2ab0bdca964f33" /><Relationship Type="http://schemas.openxmlformats.org/officeDocument/2006/relationships/slideMaster" Target="/ppt/slideMasters/slideMaster1.xml" Id="R5b9ff94f90b04df7" /><Relationship Type="http://schemas.openxmlformats.org/officeDocument/2006/relationships/notesMaster" Target="/ppt/notesMasters/notesMaster1.xml" Id="R874887dcc5b34723" /><Relationship Type="http://schemas.openxmlformats.org/officeDocument/2006/relationships/presProps" Target="/ppt/presProps.xml" Id="R44173432ea374066" /><Relationship Type="http://schemas.openxmlformats.org/officeDocument/2006/relationships/viewProps" Target="/ppt/viewProps.xml" Id="R433430b109734ad0" /><Relationship Type="http://schemas.openxmlformats.org/officeDocument/2006/relationships/tableStyles" Target="/ppt/tableStyles.xml" Id="Re04cc70947854821" /><Relationship Type="http://schemas.openxmlformats.org/officeDocument/2006/relationships/slide" Target="/ppt/slides/slide1.xml" Id="R8dcc0b07b3ab4ab1" /><Relationship Type="http://schemas.openxmlformats.org/officeDocument/2006/relationships/slide" Target="/ppt/slides/slide2.xml" Id="R1705f3f812b2493d" /><Relationship Type="http://schemas.openxmlformats.org/officeDocument/2006/relationships/slide" Target="/ppt/slides/slide3.xml" Id="R899b327408f84544" /><Relationship Type="http://schemas.openxmlformats.org/officeDocument/2006/relationships/slide" Target="/ppt/slides/slide4.xml" Id="R517f03a67c204738" /><Relationship Type="http://schemas.openxmlformats.org/officeDocument/2006/relationships/slide" Target="/ppt/slides/slide5.xml" Id="R6c36da7ad5824769" /><Relationship Type="http://schemas.openxmlformats.org/officeDocument/2006/relationships/slide" Target="/ppt/slides/slide6.xml" Id="Rdd7e418c17a34b9d" /><Relationship Type="http://schemas.openxmlformats.org/officeDocument/2006/relationships/slide" Target="/ppt/slides/slide7.xml" Id="R6c77432779844194" /><Relationship Type="http://schemas.openxmlformats.org/officeDocument/2006/relationships/slide" Target="/ppt/slides/slide8.xml" Id="R075ac4ab3a3345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49f88ecd8e47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>
          <a:solidFill>
            <a:schemeClr val="phClr"/>
          </a:solidFill>
          <a:prstDash val="solid"/>
        </a:ln>
        <a:ln w="10795">
          <a:solidFill>
            <a:schemeClr val="phClr"/>
          </a:solidFill>
          <a:prstDash val="solid"/>
        </a:ln>
        <a:ln w="17145">
          <a:solidFill>
            <a:schemeClr val="phClr">
              <a:shade val="95000"/>
              <a:satMod val="150000"/>
              <a:alpha val="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20000"/>
              </a:schemeClr>
            </a:gs>
            <a:gs pos="48000">
              <a:schemeClr val="phClr">
                <a:tint val="98000"/>
                <a:shade val="90000"/>
                <a:lumMod val="103000"/>
                <a:satMod val="110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475665431b4ce5" /><Relationship Type="http://schemas.openxmlformats.org/officeDocument/2006/relationships/notesMaster" Target="/ppt/notesMasters/notesMaster1.xml" Id="R074a40ed68e044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211d9be29541b7" /><Relationship Type="http://schemas.openxmlformats.org/officeDocument/2006/relationships/notesMaster" Target="/ppt/notesMasters/notesMaster1.xml" Id="R5f36b9152dc548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5b0a54abec47d9" /><Relationship Type="http://schemas.openxmlformats.org/officeDocument/2006/relationships/notesMaster" Target="/ppt/notesMasters/notesMaster1.xml" Id="R65a89d356a4e4a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d3d39aecee42f5" /><Relationship Type="http://schemas.openxmlformats.org/officeDocument/2006/relationships/notesMaster" Target="/ppt/notesMasters/notesMaster1.xml" Id="Rb93d73f5f54243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6e760fd8ab499a" /><Relationship Type="http://schemas.openxmlformats.org/officeDocument/2006/relationships/notesMaster" Target="/ppt/notesMasters/notesMaster1.xml" Id="R858f19b357f743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efc5baaa024182" /><Relationship Type="http://schemas.openxmlformats.org/officeDocument/2006/relationships/notesMaster" Target="/ppt/notesMasters/notesMaster1.xml" Id="R17db479a1bd94c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1a596b745e45ed" /><Relationship Type="http://schemas.openxmlformats.org/officeDocument/2006/relationships/notesMaster" Target="/ppt/notesMasters/notesMaster1.xml" Id="R88748240aaaa4e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0fdf7ba8c649da" /><Relationship Type="http://schemas.openxmlformats.org/officeDocument/2006/relationships/notesMaster" Target="/ppt/notesMasters/notesMaster1.xml" Id="R88bf5ff79c8d4a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3853e239ec4b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fc83e8f32450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e5f856e801405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d47dc2f3754f2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bd04441f01483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ec6c8ae777499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1ddd3fd91c408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32f043750b439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7be9562b514b0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3fc49417b4d5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2d4bfeb30945b3" /></Relationships>
</file>

<file path=ppt/slideLayouts/slideLayout1.xml><?xml version="1.0" encoding="utf-8"?>
<p:sldLayout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D15ED6F-ADA6-4F5C-BEE3-C7AAA564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1999"/>
            <a:ext cx="9141619" cy="53340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C39DBA-59BE-4B16-8367-F8E341E7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0263" y="761999"/>
            <a:ext cx="2925318" cy="53340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378545-9C35-496F-A916-2993451E865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069848" y="1298448"/>
            <a:ext cx="7315200" cy="3255264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5900" spc="-100" baseline="0">
                <a:solidFill>
                  <a:srgbClr val="FFFFFF"/>
                </a:solidFill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7435F15-40CB-48BC-A0E4-27E88C1AC96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00015" y="4670246"/>
            <a:ext cx="7315200" cy="914400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A94E12-D480-41D7-B568-A025A230D9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FAAD39D-1515-4E1A-A3FB-77FAFC0337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728E3C-4BDE-495B-B889-B3D566F6C2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C34C77-4C15-4833-910E-F711A8921D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9B309C-C2FE-4747-A755-A38C1ADB2F7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476900-34C6-42AA-B5A1-264670614A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6DC3CC-2FB5-4A59-98F5-1354BA7ED2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1AC29E-B564-4980-8142-28BE82AD64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20427E-A999-456E-A7A5-5E2B691973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67912" y="1298448"/>
            <a:ext cx="7315200" cy="3255264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>
              <a:buNone/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A3ADCAE-9F61-4603-B205-ACB8873527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886200" y="4672584"/>
            <a:ext cx="7315200" cy="914400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8D6B008-A716-4978-8AF7-562E926BBF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48025B-3ACE-415D-A7A5-105AFF226E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3B806AF-E32A-45DD-9349-BEA8DB53DF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48FE83-7872-4E55-96FE-7E9E7ACC99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3024EF-1EFB-4F0A-91F8-6DFCFE43720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67912" y="868680"/>
            <a:ext cx="3474720" cy="512064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  <a:lvl6pPr>
              <a:buNone/>
              <a:defRPr sz="1400"/>
            </a:lvl6pPr>
            <a:lvl7pPr>
              <a:buNone/>
              <a:defRPr sz="1400"/>
            </a:lvl7pPr>
            <a:lvl8pPr>
              <a:buNone/>
              <a:defRPr sz="1400"/>
            </a:lvl8pPr>
            <a:lvl9pPr>
              <a:buNone/>
              <a:defRPr sz="14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D4C70B7-04B1-4E1E-90ED-0A7C28F7B33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7818120" y="868680"/>
            <a:ext cx="3474720" cy="512064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  <a:lvl6pPr>
              <a:buNone/>
              <a:defRPr sz="1400"/>
            </a:lvl6pPr>
            <a:lvl7pPr>
              <a:buNone/>
              <a:defRPr sz="1400"/>
            </a:lvl7pPr>
            <a:lvl8pPr>
              <a:buNone/>
              <a:defRPr sz="1400"/>
            </a:lvl8pPr>
            <a:lvl9pPr>
              <a:buNone/>
              <a:defRPr sz="14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8" name="Date Placeholder 7">
            <a:extLst xmlns:a="http://schemas.openxmlformats.org/drawingml/2006/main">
              <a:ext uri="{FF2B5EF4-FFF2-40B4-BE49-F238E27FC236}">
                <a16:creationId xmlns:a16="http://schemas.microsoft.com/office/drawing/2014/main" id="{512F28B7-9E98-42BA-9FF4-1DA78D141F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9" name="Footer Placeholder 8">
            <a:extLst xmlns:a="http://schemas.openxmlformats.org/drawingml/2006/main">
              <a:ext uri="{FF2B5EF4-FFF2-40B4-BE49-F238E27FC236}">
                <a16:creationId xmlns:a16="http://schemas.microsoft.com/office/drawing/2014/main" id="{0505BECE-5A05-43DE-85D7-1ED7EABF77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lide Number Placeholder 9">
            <a:extLst xmlns:a="http://schemas.openxmlformats.org/drawingml/2006/main">
              <a:ext uri="{FF2B5EF4-FFF2-40B4-BE49-F238E27FC236}">
                <a16:creationId xmlns:a16="http://schemas.microsoft.com/office/drawing/2014/main" id="{CEC32A28-0E06-4975-BF5A-E6B7C37A31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 9">
            <a:extLst xmlns:a="http://schemas.openxmlformats.org/drawingml/2006/main">
              <a:ext uri="{FF2B5EF4-FFF2-40B4-BE49-F238E27FC236}">
                <a16:creationId xmlns:a16="http://schemas.microsoft.com/office/drawing/2014/main" id="{7FA90F7F-4A98-45EC-BE4A-019B45A4C5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D3F4577-6989-445D-99E0-0FFC629F25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867912" y="1023586"/>
            <a:ext cx="3474720" cy="807720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D4E47F9-622A-4FEA-A7A8-A48C5A6F0B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867912" y="1930936"/>
            <a:ext cx="3474720" cy="402336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  <a:lvl6pPr>
              <a:buNone/>
              <a:defRPr sz="1400"/>
            </a:lvl6pPr>
            <a:lvl7pPr>
              <a:buNone/>
              <a:defRPr sz="1400"/>
            </a:lvl7pPr>
            <a:lvl8pPr>
              <a:buNone/>
              <a:defRPr sz="1400"/>
            </a:lvl8pPr>
            <a:lvl9pPr>
              <a:buNone/>
              <a:defRPr sz="14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479D23B-98C5-4E66-B9E4-BC965729050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818463" y="1023586"/>
            <a:ext cx="3474720" cy="813171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CC6CFF6-FAA8-4A1D-A909-BBB6CC18A5A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7818463" y="1930936"/>
            <a:ext cx="3474720" cy="402336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  <a:lvl6pPr>
              <a:buNone/>
              <a:defRPr sz="1400"/>
            </a:lvl6pPr>
            <a:lvl7pPr>
              <a:buNone/>
              <a:defRPr sz="1400"/>
            </a:lvl7pPr>
            <a:lvl8pPr>
              <a:buNone/>
              <a:defRPr sz="1400"/>
            </a:lvl8pPr>
            <a:lvl9pPr>
              <a:buNone/>
              <a:defRPr sz="14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128010B-5F45-40FE-8773-B31FAF52D7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44B4A75E-1721-4A2B-9E10-8ADF229770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lide Number Placeholder 11">
            <a:extLst xmlns:a="http://schemas.openxmlformats.org/drawingml/2006/main">
              <a:ext uri="{FF2B5EF4-FFF2-40B4-BE49-F238E27FC236}">
                <a16:creationId xmlns:a16="http://schemas.microsoft.com/office/drawing/2014/main" id="{7C2B8A2E-0177-4F70-8431-6F20872865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BEC4AD6D-B7CE-4A21-B49C-14A60B6808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008F8E-D2E8-43D6-8E09-C0AD3EAA4A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1F4DF6D3-68AE-41C8-B8F4-7EC116CA94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lide Number Placeholder 7">
            <a:extLst xmlns:a="http://schemas.openxmlformats.org/drawingml/2006/main">
              <a:ext uri="{FF2B5EF4-FFF2-40B4-BE49-F238E27FC236}">
                <a16:creationId xmlns:a16="http://schemas.microsoft.com/office/drawing/2014/main" id="{BF593891-746F-4E53-AD76-2D2CDB1314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D829218-F082-424B-AF34-4483A0CC73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4439D49-5A96-446E-B4E7-5E27D91D69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74185B5-D10D-463F-8FCA-60137F43C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D966FF-5CA4-4F1D-B9E2-408641295B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6032" y="1143000"/>
            <a:ext cx="2834640" cy="2377440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>
              <a:buNone/>
              <a:defRPr sz="3200" b="0" baseline="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3853FFC-1C14-4EE9-9682-A8BA2A01F25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67912" y="868680"/>
            <a:ext cx="7315200" cy="512064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  <a:lvl6pPr>
              <a:buNone/>
              <a:defRPr sz="1400"/>
            </a:lvl6pPr>
            <a:lvl7pPr>
              <a:buNone/>
              <a:defRPr sz="1400"/>
            </a:lvl7pPr>
            <a:lvl8pPr>
              <a:buNone/>
              <a:defRPr sz="1400"/>
            </a:lvl8pPr>
            <a:lvl9pPr>
              <a:buNone/>
              <a:defRPr sz="14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5A6FCA2-4F94-40EC-83D0-CACDCD4762E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56032" y="3494176"/>
            <a:ext cx="2834640" cy="2321990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" name="Date Placeholder 7">
            <a:extLst xmlns:a="http://schemas.openxmlformats.org/drawingml/2006/main">
              <a:ext uri="{FF2B5EF4-FFF2-40B4-BE49-F238E27FC236}">
                <a16:creationId xmlns:a16="http://schemas.microsoft.com/office/drawing/2014/main" id="{577E46B5-7D4D-42CA-9EEE-F16CB21853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9" name="Footer Placeholder 8">
            <a:extLst xmlns:a="http://schemas.openxmlformats.org/drawingml/2006/main">
              <a:ext uri="{FF2B5EF4-FFF2-40B4-BE49-F238E27FC236}">
                <a16:creationId xmlns:a16="http://schemas.microsoft.com/office/drawing/2014/main" id="{582AEB28-16D9-421C-942C-B4FE3B7850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lide Number Placeholder 9">
            <a:extLst xmlns:a="http://schemas.openxmlformats.org/drawingml/2006/main">
              <a:ext uri="{FF2B5EF4-FFF2-40B4-BE49-F238E27FC236}">
                <a16:creationId xmlns:a16="http://schemas.microsoft.com/office/drawing/2014/main" id="{B5515E53-824A-41D7-AFB7-C24F4E9E2A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E6E180-02B8-4C53-BEE1-1B085C2875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6032" y="1143000"/>
            <a:ext cx="2834640" cy="2377440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>
              <a:buNone/>
              <a:defRPr sz="3200" b="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4AB1E61-2999-4A48-81C9-18B6B7D067E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570644" y="767419"/>
            <a:ext cx="8115230" cy="533095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75000"/>
            </a:schemeClr>
          </a:solidFill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AB6E4D8-96DB-40A5-8E22-3E124720EC4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56032" y="3493008"/>
            <a:ext cx="2834640" cy="2322576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" name="Date Placeholder 7">
            <a:extLst xmlns:a="http://schemas.openxmlformats.org/drawingml/2006/main">
              <a:ext uri="{FF2B5EF4-FFF2-40B4-BE49-F238E27FC236}">
                <a16:creationId xmlns:a16="http://schemas.microsoft.com/office/drawing/2014/main" id="{4D5690D5-57CB-465F-AFAB-95C403419E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9" name="Footer Placeholder 8">
            <a:extLst xmlns:a="http://schemas.openxmlformats.org/drawingml/2006/main">
              <a:ext uri="{FF2B5EF4-FFF2-40B4-BE49-F238E27FC236}">
                <a16:creationId xmlns:a16="http://schemas.microsoft.com/office/drawing/2014/main" id="{D4E031D2-569C-4CB9-A111-93CACC460D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499101" y="6356350"/>
            <a:ext cx="5911517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lide Number Placeholder 9">
            <a:extLst xmlns:a="http://schemas.openxmlformats.org/drawingml/2006/main">
              <a:ext uri="{FF2B5EF4-FFF2-40B4-BE49-F238E27FC236}">
                <a16:creationId xmlns:a16="http://schemas.microsoft.com/office/drawing/2014/main" id="{951007F1-679C-45C6-8C39-B557A7B030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A649C7-2129-4446-9915-2C69F8E662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60700B-8615-4E40-98C5-F1CED12FBC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D5F03C4-3195-461C-8D82-4EA86FBFEE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8FE4305-D9B7-44EE-B917-CBDAFE96C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48DA4C7-DC53-4FB5-9D84-385BD6FA90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1C173FB-B1D5-4972-AF9C-26FB8F925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1000" y="990600"/>
            <a:ext cx="2819400" cy="495300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BA61605-F5E0-4D5C-B294-484C394A0E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867912" y="868680"/>
            <a:ext cx="7315200" cy="5120640"/>
          </a:xfrm>
        </p:spPr>
        <p:txBody>
          <a:bodyPr xmlns:a="http://schemas.openxmlformats.org/drawingml/2006/main" vert="eaVert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3AC7DB4-F994-4AA4-A0D2-2315058F51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791663A-7DAA-4817-98BB-FA43BACBED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C4BF424-28A2-4F61-B49C-6A439E0900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f20d271eba4b1b" /><Relationship Type="http://schemas.openxmlformats.org/officeDocument/2006/relationships/slideLayout" Target="/ppt/slideLayouts/slideLayout1.xml" Id="Rb2843cf734a24516" /><Relationship Type="http://schemas.openxmlformats.org/officeDocument/2006/relationships/slideLayout" Target="/ppt/slideLayouts/slideLayout2.xml" Id="R92b29c8c074a40a9" /><Relationship Type="http://schemas.openxmlformats.org/officeDocument/2006/relationships/slideLayout" Target="/ppt/slideLayouts/slideLayout3.xml" Id="Ree8d725958394833" /><Relationship Type="http://schemas.openxmlformats.org/officeDocument/2006/relationships/slideLayout" Target="/ppt/slideLayouts/slideLayout4.xml" Id="Raa6bcede410e4b7b" /><Relationship Type="http://schemas.openxmlformats.org/officeDocument/2006/relationships/slideLayout" Target="/ppt/slideLayouts/slideLayout5.xml" Id="Ra9b535ef70d841b4" /><Relationship Type="http://schemas.openxmlformats.org/officeDocument/2006/relationships/slideLayout" Target="/ppt/slideLayouts/slideLayout6.xml" Id="R236a206aef2440e1" /><Relationship Type="http://schemas.openxmlformats.org/officeDocument/2006/relationships/slideLayout" Target="/ppt/slideLayouts/slideLayout7.xml" Id="R85255ebe3eeb454b" /><Relationship Type="http://schemas.openxmlformats.org/officeDocument/2006/relationships/slideLayout" Target="/ppt/slideLayouts/slideLayout8.xml" Id="Rbe2f16b74623433a" /><Relationship Type="http://schemas.openxmlformats.org/officeDocument/2006/relationships/slideLayout" Target="/ppt/slideLayouts/slideLayout9.xml" Id="Rece47eb6460644a4" /><Relationship Type="http://schemas.openxmlformats.org/officeDocument/2006/relationships/slideLayout" Target="/ppt/slideLayouts/slideLayout10.xml" Id="R41ab02ad9efc47de" /><Relationship Type="http://schemas.openxmlformats.org/officeDocument/2006/relationships/slideLayout" Target="/ppt/slideLayouts/slideLayout11.xml" Id="R8efad933e02d46e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88DAA2D-2BEE-4884-AE60-4E8730DB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758952"/>
            <a:ext cx="3443590" cy="533095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9AA81FD-BD60-4F5F-8D8F-E1F27723D5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2919" y="1123837"/>
            <a:ext cx="2947482" cy="46011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02D8ACA-47B0-44FB-B82D-D178F2E1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5864" y="758952"/>
            <a:ext cx="384048" cy="53309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8C8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A3B836-84FA-4D46-944E-8AC7FB6093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869268" y="864108"/>
            <a:ext cx="7315200" cy="5120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CAE1C14-B571-49B5-8904-5C93D51F82C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262465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 xmlns:a="http://schemas.openxmlformats.org/drawingml/2006/main">
            <a:fld id="{9DAD71B1-3AEF-4BFF-9DE3-6D92C392060D}" type="datetimeFigureOut">
              <a:t>09-10-2026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544DCFA-0CF9-45C5-856F-AA48488C1A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869268" y="6356350"/>
            <a:ext cx="5911517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F5A282-346B-421A-91B9-EC65B6CC737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634135" y="6356350"/>
            <a:ext cx="1530927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fld id="{18C2B35C-8BCA-444C-8F92-E97C4DB096C0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843cf734a24516"/>
    <p:sldLayoutId xmlns:r="http://schemas.openxmlformats.org/officeDocument/2006/relationships" id="2147483650" r:id="R92b29c8c074a40a9"/>
    <p:sldLayoutId xmlns:r="http://schemas.openxmlformats.org/officeDocument/2006/relationships" id="2147483651" r:id="Ree8d725958394833"/>
    <p:sldLayoutId xmlns:r="http://schemas.openxmlformats.org/officeDocument/2006/relationships" id="2147483652" r:id="Raa6bcede410e4b7b"/>
    <p:sldLayoutId xmlns:r="http://schemas.openxmlformats.org/officeDocument/2006/relationships" id="2147483653" r:id="Ra9b535ef70d841b4"/>
    <p:sldLayoutId xmlns:r="http://schemas.openxmlformats.org/officeDocument/2006/relationships" id="2147483654" r:id="R236a206aef2440e1"/>
    <p:sldLayoutId xmlns:r="http://schemas.openxmlformats.org/officeDocument/2006/relationships" id="2147483655" r:id="R85255ebe3eeb454b"/>
    <p:sldLayoutId xmlns:r="http://schemas.openxmlformats.org/officeDocument/2006/relationships" id="2147483656" r:id="Rbe2f16b74623433a"/>
    <p:sldLayoutId xmlns:r="http://schemas.openxmlformats.org/officeDocument/2006/relationships" id="2147483657" r:id="Rece47eb6460644a4"/>
    <p:sldLayoutId xmlns:r="http://schemas.openxmlformats.org/officeDocument/2006/relationships" id="2147483658" r:id="R41ab02ad9efc47de"/>
    <p:sldLayoutId xmlns:r="http://schemas.openxmlformats.org/officeDocument/2006/relationships" id="2147483659" r:id="R8efad933e02d46e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82880" indent="-182880" algn="l" defTabSz="914400">
        <a:lnSpc>
          <a:spcPct val="90000"/>
        </a:lnSpc>
        <a:spcBef>
          <a:spcPts val="1200"/>
        </a:spcBef>
        <a:buClr>
          <a:schemeClr val="accent1"/>
        </a:buClr>
        <a:buFont typeface="Wingdings 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182880" algn="l" defTabSz="914400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182880" algn="l" defTabSz="914400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182880" algn="l" defTabSz="914400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182880" algn="l" defTabSz="914400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>
          <a:solidFill>
            <a:schemeClr val="phClr"/>
          </a:solidFill>
          <a:prstDash val="solid"/>
        </a:ln>
        <a:ln w="10795">
          <a:solidFill>
            <a:schemeClr val="phClr"/>
          </a:solidFill>
          <a:prstDash val="solid"/>
        </a:ln>
        <a:ln w="17145">
          <a:solidFill>
            <a:schemeClr val="phClr">
              <a:shade val="95000"/>
              <a:satMod val="150000"/>
              <a:alpha val="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20000"/>
              </a:schemeClr>
            </a:gs>
            <a:gs pos="48000">
              <a:schemeClr val="phClr">
                <a:tint val="98000"/>
                <a:shade val="90000"/>
                <a:lumMod val="103000"/>
                <a:satMod val="110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596dacc9f4639" /><Relationship Type="http://schemas.openxmlformats.org/officeDocument/2006/relationships/notesSlide" Target="/ppt/notesSlides/notesSlide1.xml" Id="R5686ee79c52b42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d8f0cf474d4f57" /><Relationship Type="http://schemas.openxmlformats.org/officeDocument/2006/relationships/notesSlide" Target="/ppt/notesSlides/notesSlide2.xml" Id="R43111f4c6c964c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3a08bcb2b84305" /><Relationship Type="http://schemas.openxmlformats.org/officeDocument/2006/relationships/notesSlide" Target="/ppt/notesSlides/notesSlide3.xml" Id="Ra2d17bebd50845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e4a2c5609e4583" /><Relationship Type="http://schemas.openxmlformats.org/officeDocument/2006/relationships/notesSlide" Target="/ppt/notesSlides/notesSlide4.xml" Id="Rd231caf62b544b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c6021ae49e4e98" /><Relationship Type="http://schemas.openxmlformats.org/officeDocument/2006/relationships/notesSlide" Target="/ppt/notesSlides/notesSlide5.xml" Id="R5d017b16e38e46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fd71f6bbbb47d7" /><Relationship Type="http://schemas.openxmlformats.org/officeDocument/2006/relationships/notesSlide" Target="/ppt/notesSlides/notesSlide6.xml" Id="R83a78f545da049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6073fbd3154924" /><Relationship Type="http://schemas.openxmlformats.org/officeDocument/2006/relationships/notesSlide" Target="/ppt/notesSlides/notesSlide7.xml" Id="R21ea202d584a49e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4c9aa44a674c49" /><Relationship Type="http://schemas.openxmlformats.org/officeDocument/2006/relationships/notesSlide" Target="/ppt/notesSlides/notesSlide8.xml" Id="Rf7c20801bd634e5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880367-3A28-CADD-FFC3-88C314682E8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Corbel"/>
                <a:ea typeface="Corbel"/>
                <a:cs typeface="Corbe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Corbel"/>
                <a:ea typeface="Corbel"/>
                <a:cs typeface="Corbel"/>
              </a:defRPr>
            </a:pPr>
            <a:r>
              <a:rPr sz="4350" b="1">
                <a:solidFill>
                  <a:srgbClr val="FFFFFF"/>
                </a:solidFill>
                <a:latin typeface="Corbel"/>
                <a:ea typeface="Corbel"/>
                <a:cs typeface="Corbel"/>
              </a:rPr>
              <a:t>Screenshot Graveyard Solver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7B1192-6293-AB94-D3B8-D3C5A9CC34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>
                <a:solidFill>
                  <a:srgbClr val="D9F1F6"/>
                </a:solidFill>
                <a:latin typeface="Corbel"/>
                <a:ea typeface="Corbel"/>
                <a:cs typeface="Corbel"/>
              </a:defRPr>
            </a:defPPr>
          </a:lstStyle>
          <a:p xmlns:a="http://schemas.openxmlformats.org/drawingml/2006/main">
            <a:pPr>
              <a:defRPr sz="1425">
                <a:solidFill>
                  <a:srgbClr val="D9F1F6"/>
                </a:solidFill>
                <a:latin typeface="Corbel"/>
                <a:ea typeface="Corbel"/>
                <a:cs typeface="Corbel"/>
              </a:defRPr>
            </a:pPr>
            <a:r>
              <a:rPr sz="1425">
                <a:solidFill>
                  <a:srgbClr val="D9F1F6"/>
                </a:solidFill>
                <a:latin typeface="Corbel"/>
                <a:ea typeface="Corbel"/>
                <a:cs typeface="Corbel"/>
              </a:rPr>
              <a:t>Turning Digital Clutter into Actionable Productivity</a:t>
            </a:r>
          </a:p>
          <a:p xmlns:a="http://schemas.openxmlformats.org/drawingml/2006/main">
            <a:pPr>
              <a:defRPr sz="1425">
                <a:solidFill>
                  <a:srgbClr val="D9F1F6"/>
                </a:solidFill>
                <a:latin typeface="Corbel"/>
                <a:ea typeface="Corbel"/>
                <a:cs typeface="Corbel"/>
              </a:defRPr>
            </a:pPr>
            <a:r>
              <a:rPr sz="1425">
                <a:solidFill>
                  <a:srgbClr val="D9F1F6"/>
                </a:solidFill>
                <a:latin typeface="Corbel"/>
                <a:ea typeface="Corbel"/>
                <a:cs typeface="Corbel"/>
              </a:rPr>
              <a:t>An AI-Powered Cross-Platform Task Extraction Ecosystem</a:t>
            </a:r>
            <a:endParaRPr/>
          </a:p>
          <a:p xmlns:a="http://schemas.openxmlformats.org/drawingml/2006/main">
            <a:pPr>
              <a:defRPr sz="1425">
                <a:solidFill>
                  <a:srgbClr val="D9F1F6"/>
                </a:solidFill>
                <a:latin typeface="Corbel"/>
                <a:ea typeface="Corbel"/>
                <a:cs typeface="Corbel"/>
              </a:defRPr>
            </a:pPr>
            <a:r>
              <a:rPr sz="1425">
                <a:solidFill>
                  <a:srgbClr val="D9F1F6"/>
                </a:solidFill>
                <a:latin typeface="Corbel"/>
                <a:ea typeface="Corbel"/>
                <a:cs typeface="Corbel"/>
              </a:rPr>
              <a:t>Team TRG · Table CB09 · COER University / College of Smart Computing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9654352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D4189E-C268-0398-24FC-83BF90378F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Problem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19C9FA9-F72D-1D32-939A-BBA802A7D9E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defPPr>
          </a:lstStyle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8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People screenshot important tasks, bills, meetings and ideas to remember them.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8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Those screenshots get buried in phone galleries and build up into a screenshot graveyard.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8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The result is forgotten deadlines, lost information and lower personal productivity.</a:t>
            </a:r>
          </a:p>
        </p:txBody>
      </p:sp>
    </p:spTree>
    <p:extLst>
      <p:ext uri="{BB962C8B-B14F-4D97-AF65-F5344CB8AC3E}">
        <p14:creationId xmlns:p14="http://schemas.microsoft.com/office/powerpoint/2010/main" val="39900213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2FD88B-679D-4FC8-6C9D-6586879655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>Our Solution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6D84A7-AA77-9838-5133-D56E250665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defPPr>
          </a:lstStyle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8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A seamless ecosystem watches screenshot folders automatically.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8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AI processes images and extracts actionable tasks as they arrive.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8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Tasks are organized in a secure, accessible dashboard across mobile, web and desktop.</a:t>
            </a:r>
          </a:p>
        </p:txBody>
      </p:sp>
    </p:spTree>
    <p:extLst>
      <p:ext uri="{BB962C8B-B14F-4D97-AF65-F5344CB8AC3E}">
        <p14:creationId xmlns:p14="http://schemas.microsoft.com/office/powerpoint/2010/main" val="399496279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5164ED-737E-A1B4-E92A-F962735A25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>Key Features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E639AED-F05C-9178-6F29-917CF0258C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defPPr>
          </a:lstStyle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7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AI-powered OCR uses Gemini 2.0 Vision to identify tasks, priorities and deadlines.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7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Cross-platform sync connects the PC desktop app, web dashboard and Android app.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7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Passwordless email OTP authentication avoids hardcoded passwords.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7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Visual task review lets users edit extracted details while viewing the actual source screenshot inside the app.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7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UI edits sync instantly with the interactive dashboard calendar.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7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Automatic folder monitoring processes useful screenshots and ignores irrelevant ones.</a:t>
            </a:r>
          </a:p>
        </p:txBody>
      </p:sp>
    </p:spTree>
    <p:extLst>
      <p:ext uri="{BB962C8B-B14F-4D97-AF65-F5344CB8AC3E}">
        <p14:creationId xmlns:p14="http://schemas.microsoft.com/office/powerpoint/2010/main" val="287381143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CDC13F-7F38-B05E-2211-E4AA21C0FE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>Technology Stack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AD51815-6443-7A1C-C75E-65299DE643C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defPPr>
          </a:lstStyle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Rust and Axum power robust API routing and secure JWT authentication.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C++ with Crow and SQLite handles task storage, data migration and retrieval.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Python and FastAPI connect the AI service to Google Gemini Vision for OCR.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Clients include an Electron PC app with local file watchers and a vanilla HTML/CSS/JavaScript light-mode web app.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0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Docker containers run on AWS EC2. Precompiled multi-stage images work around cloud hardware build constraints.</a:t>
            </a:r>
          </a:p>
        </p:txBody>
      </p:sp>
    </p:spTree>
    <p:extLst>
      <p:ext uri="{BB962C8B-B14F-4D97-AF65-F5344CB8AC3E}">
        <p14:creationId xmlns:p14="http://schemas.microsoft.com/office/powerpoint/2010/main" val="3172957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CBC2DFE-E3B7-E172-0B1F-7CA94496FE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>SDG Alignment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9B8FE2B-3D42-028E-38A8-9C48088EF9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defPPr>
          </a:lstStyle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7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SDG 8, Decent Work and Economic Growth: Automating task extraction can improve individual and team productivity, reduce manual entry and leave more time for higher-value work.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57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57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SDG 12, Responsible Consumption and Production: Organizing and clearing unneeded screenshots can reduce stored digital clutter and its associated storage demand.</a:t>
            </a:r>
          </a:p>
        </p:txBody>
      </p:sp>
    </p:spTree>
    <p:extLst>
      <p:ext uri="{BB962C8B-B14F-4D97-AF65-F5344CB8AC3E}">
        <p14:creationId xmlns:p14="http://schemas.microsoft.com/office/powerpoint/2010/main" val="118913407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C34C77-4C15-4833-910E-F711A8921D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Market Potential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9B309C-C2FE-4747-A755-A38C1ADB2F7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72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defPPr>
          </a:lstStyle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72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72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Integrate with Google Calendar, Notion and Slack.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72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72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Automatically sort screenshots into personal, work and finance categories.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725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725">
                <a:solidFill>
                  <a:srgbClr val="595959"/>
                </a:solidFill>
                <a:latin typeface="Corbel"/>
                <a:ea typeface="Corbel"/>
                <a:cs typeface="Corbel"/>
              </a:rPr>
              <a:t>Expand to B2B teams that share visual information across offices.</a:t>
            </a:r>
          </a:p>
        </p:txBody>
      </p:sp>
    </p:spTree>
    <p:extLst>
      <p:ext uri="{BB962C8B-B14F-4D97-AF65-F5344CB8AC3E}">
        <p14:creationId xmlns:p14="http://schemas.microsoft.com/office/powerpoint/2010/main" val="103613986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C34C77-4C15-4833-910E-F711A8921D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You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9B309C-C2FE-4747-A755-A38C1ADB2F7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95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defPPr>
          </a:lstStyle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95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95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Ready to empty your graveyard?</a:t>
            </a:r>
          </a:p>
          <a:p xmlns:a="http://schemas.openxmlformats.org/drawingml/2006/main">
            <a:pPr marL="304800" indent="-152400">
              <a:spcAft>
                <a:spcPts val="1000"/>
              </a:spcAft>
              <a:buChar char="•"/>
              <a:defRPr sz="195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pPr>
            <a:r>
              <a:rPr sz="1950">
                <a:solidFill>
                  <a:srgbClr val="595959"/>
                </a:solidFill>
                <a:latin typeface="Corbel"/>
                <a:ea typeface="Corbel"/>
                <a:cs typeface="Corbel"/>
              </a:rPr>
              <a:t>Try the live AWS web dashboard or download the PC or Android app today.</a:t>
            </a:r>
          </a:p>
        </p:txBody>
      </p:sp>
    </p:spTree>
    <p:extLst>
      <p:ext uri="{BB962C8B-B14F-4D97-AF65-F5344CB8AC3E}">
        <p14:creationId xmlns:p14="http://schemas.microsoft.com/office/powerpoint/2010/main" val="1315462532"/>
      </p:ext>
    </p:extLst>
  </p:cSld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>
          <a:solidFill>
            <a:schemeClr val="phClr"/>
          </a:solidFill>
          <a:prstDash val="solid"/>
        </a:ln>
        <a:ln w="10795">
          <a:solidFill>
            <a:schemeClr val="phClr"/>
          </a:solidFill>
          <a:prstDash val="solid"/>
        </a:ln>
        <a:ln w="17145">
          <a:solidFill>
            <a:schemeClr val="phClr">
              <a:shade val="95000"/>
              <a:satMod val="150000"/>
              <a:alpha val="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20000"/>
              </a:schemeClr>
            </a:gs>
            <a:gs pos="48000">
              <a:schemeClr val="phClr">
                <a:tint val="98000"/>
                <a:shade val="90000"/>
                <a:lumMod val="103000"/>
                <a:satMod val="110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2026-10-10T03:58:49.2140000Z</dcterms:created>
  <dcterms:modified xsi:type="dcterms:W3CDTF">2026-10-10T03:58:49.2140000Z</dcterms:modified>
</coreProperties>
</file>